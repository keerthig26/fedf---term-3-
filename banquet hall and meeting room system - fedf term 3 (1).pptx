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6" r:id="rId2"/>
    <p:sldId id="260" r:id="rId3"/>
    <p:sldId id="278" r:id="rId4"/>
    <p:sldId id="257" r:id="rId5"/>
    <p:sldId id="321" r:id="rId6"/>
    <p:sldId id="326" r:id="rId7"/>
    <p:sldId id="322" r:id="rId8"/>
    <p:sldId id="323" r:id="rId9"/>
    <p:sldId id="328" r:id="rId10"/>
    <p:sldId id="329" r:id="rId11"/>
    <p:sldId id="330" r:id="rId12"/>
    <p:sldId id="324" r:id="rId13"/>
    <p:sldId id="277" r:id="rId14"/>
    <p:sldId id="320" r:id="rId15"/>
    <p:sldId id="327" r:id="rId1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nodejs.org/en/docs?utm_source=chatgpt.com" TargetMode="External"/><Relationship Id="rId3" Type="http://schemas.openxmlformats.org/officeDocument/2006/relationships/hyperlink" Target="https://vitejs.dev/?utm_source=chatgpt.com" TargetMode="External"/><Relationship Id="rId7" Type="http://schemas.openxmlformats.org/officeDocument/2006/relationships/hyperlink" Target="https://getbootstrap.com/docs/?utm_source=chatgpt.com" TargetMode="External"/><Relationship Id="rId2" Type="http://schemas.openxmlformats.org/officeDocument/2006/relationships/hyperlink" Target="https://react.dev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react/?utm_source=chatgpt.com" TargetMode="External"/><Relationship Id="rId5" Type="http://schemas.openxmlformats.org/officeDocument/2006/relationships/hyperlink" Target="https://developer.mozilla.org/en-US/docs/Web/JavaScript?utm_source=chatgpt.com" TargetMode="External"/><Relationship Id="rId10" Type="http://schemas.openxmlformats.org/officeDocument/2006/relationships/image" Target="../media/image1.jpg"/><Relationship Id="rId4" Type="http://schemas.openxmlformats.org/officeDocument/2006/relationships/hyperlink" Target="https://reactrouter.com/?utm_source=chatgpt.com" TargetMode="External"/><Relationship Id="rId9" Type="http://schemas.openxmlformats.org/officeDocument/2006/relationships/hyperlink" Target="https://docs.github.com/?utm_source=chatgpt.com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The Hotel Banquet Hall and Meeting room Booking System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155" y="1635760"/>
            <a:ext cx="8458200" cy="2895600"/>
          </a:xfrm>
        </p:spPr>
        <p:txBody>
          <a:bodyPr>
            <a:normAutofit fontScale="40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 Akshaya                     roll 2520030143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 </a:t>
            </a:r>
            <a:r>
              <a:rPr lang="en-US" sz="33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keerthi</a:t>
            </a: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roll 2520030416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</a:t>
            </a:r>
          </a:p>
          <a:p>
            <a:pPr>
              <a:lnSpc>
                <a:spcPct val="80000"/>
              </a:lnSpc>
              <a:defRPr/>
            </a:pP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Rakesh K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4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17638"/>
            <a:ext cx="8229600" cy="470852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Web-based system for booking hotel banquet halls and meeting rooms.</a:t>
            </a:r>
          </a:p>
          <a:p>
            <a:r>
              <a:rPr lang="en-IN" dirty="0"/>
              <a:t> Enables customers to check availability and make reservations online.</a:t>
            </a:r>
          </a:p>
          <a:p>
            <a:r>
              <a:rPr lang="en-IN" dirty="0"/>
              <a:t> Reduces manual booking processes and paperwork. Helps prevent scheduling conflicts and booking errors.</a:t>
            </a:r>
          </a:p>
          <a:p>
            <a:r>
              <a:rPr lang="en-IN" dirty="0"/>
              <a:t> Provides details about hall capacity, facilities, and pricing. Allows administrators to manage bookings efficiently.</a:t>
            </a:r>
          </a:p>
          <a:p>
            <a:r>
              <a:rPr lang="en-IN" dirty="0"/>
              <a:t> Developed using HTML, CSS, JavaScript, React.js, and Node.js.</a:t>
            </a:r>
          </a:p>
          <a:p>
            <a:r>
              <a:rPr lang="en-IN" dirty="0"/>
              <a:t> Improves customer convenience and hotel resource management. Maintains accurate booking records and reservation schedules.</a:t>
            </a:r>
          </a:p>
          <a:p>
            <a:r>
              <a:rPr lang="en-IN" dirty="0"/>
              <a:t> Can be enhanced with online payments, notifications, and database integration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49069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IN" dirty="0"/>
              <a:t>The Hotel Banquet Hall and Meeting Room Booking System is a web-based application designed to simplify venue reservations in hotels.</a:t>
            </a:r>
          </a:p>
          <a:p>
            <a:r>
              <a:rPr lang="en-IN" dirty="0"/>
              <a:t> It enables customers to book banquet halls and meeting rooms online without visiting the hotel physically.</a:t>
            </a:r>
          </a:p>
          <a:p>
            <a:r>
              <a:rPr lang="en-IN" dirty="0"/>
              <a:t> The system provides information about hall availability, capacity, facilities, and pricing.</a:t>
            </a:r>
          </a:p>
          <a:p>
            <a:r>
              <a:rPr lang="en-IN" dirty="0"/>
              <a:t> It helps customers select suitable venues for weddings, conferences, business meetings, seminars, parties, and other events.</a:t>
            </a:r>
          </a:p>
          <a:p>
            <a:r>
              <a:rPr lang="en-IN" dirty="0"/>
              <a:t> The application reduces manual paperwork and minimizes booking errors and scheduling conflicts.</a:t>
            </a:r>
          </a:p>
          <a:p>
            <a:r>
              <a:rPr lang="en-IN" dirty="0"/>
              <a:t> It provides a faster and more efficient booking process for both customers and hotel management.</a:t>
            </a:r>
          </a:p>
          <a:p>
            <a:r>
              <a:rPr lang="en-IN" dirty="0"/>
              <a:t> The system allows administrators to manage bookings, schedules, and venue availability effectively. The project is developed using HTML, CSS, JavaScript, React.js, and Node.js technologies.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1"/>
            <a:ext cx="8305800" cy="4525963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Many hotels still use manual methods for managing banquet hall and meeting room bookings.</a:t>
            </a:r>
          </a:p>
          <a:p>
            <a:r>
              <a:rPr lang="en-IN" dirty="0"/>
              <a:t> Manual booking systems often lead to scheduling conflicts, double bookings, and human errors.</a:t>
            </a:r>
          </a:p>
          <a:p>
            <a:r>
              <a:rPr lang="en-IN" dirty="0"/>
              <a:t> Customers need to visit or contact the hotel to check hall availability and make reservations, which is time-consuming.</a:t>
            </a:r>
          </a:p>
          <a:p>
            <a:r>
              <a:rPr lang="en-IN" dirty="0"/>
              <a:t> Maintaining booking records manually increases administrative workload and reduces efficiency.</a:t>
            </a:r>
          </a:p>
          <a:p>
            <a:r>
              <a:rPr lang="en-IN" dirty="0"/>
              <a:t> Lack of a centralized booking system makes it difficult to track reservations and venue availability in real time.</a:t>
            </a:r>
          </a:p>
          <a:p>
            <a:r>
              <a:rPr lang="en-IN" dirty="0"/>
              <a:t> Customers may face delays in receiving booking confirmations and updated information</a:t>
            </a:r>
          </a:p>
          <a:p>
            <a:r>
              <a:rPr lang="en-IN" dirty="0"/>
              <a:t> Managing multiple banquet halls and meeting rooms simultaneously becomes challenging for hotel staff.</a:t>
            </a:r>
          </a:p>
          <a:p>
            <a:r>
              <a:rPr lang="en-IN" dirty="0"/>
              <a:t> There is a need for an automated system that simplifies the reservation process and improves booking accuracy.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Project Flow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80EE20AB-CCBD-C19C-DB83-21CAC837D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55026" y="1600200"/>
            <a:ext cx="303394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7B4994-62D7-3597-4FBF-EA2A4E4B7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876799"/>
          </a:xfrm>
        </p:spPr>
        <p:txBody>
          <a:bodyPr>
            <a:normAutofit fontScale="40000" lnSpcReduction="20000"/>
          </a:bodyPr>
          <a:lstStyle/>
          <a:p>
            <a:endParaRPr lang="en-IN" b="1" dirty="0"/>
          </a:p>
          <a:p>
            <a:r>
              <a:rPr lang="en-IN" b="1" dirty="0"/>
              <a:t>Objective 1: Develop a user-friendly venue booking platform.</a:t>
            </a:r>
          </a:p>
          <a:p>
            <a:r>
              <a:rPr lang="en-IN" b="1" dirty="0"/>
              <a:t>Justification:</a:t>
            </a:r>
            <a:r>
              <a:rPr lang="en-IN" dirty="0"/>
              <a:t> A simple and intuitive interface helps users easily search, view, and book banquet halls or meeting rooms without technical difficulties.</a:t>
            </a:r>
          </a:p>
          <a:p>
            <a:r>
              <a:rPr lang="en-IN" b="1" dirty="0"/>
              <a:t>Objective 2: Provide detailed venue information.</a:t>
            </a:r>
          </a:p>
          <a:p>
            <a:r>
              <a:rPr lang="en-IN" b="1" dirty="0"/>
              <a:t>Justification:</a:t>
            </a:r>
            <a:r>
              <a:rPr lang="en-IN" dirty="0"/>
              <a:t> Displaying venue details such as capacity, pricing, location, and amenities enables users to make informed booking decisions.</a:t>
            </a:r>
          </a:p>
          <a:p>
            <a:r>
              <a:rPr lang="en-IN" b="1" dirty="0"/>
              <a:t>Objective 3: Implement an efficient booking management system.</a:t>
            </a:r>
          </a:p>
          <a:p>
            <a:r>
              <a:rPr lang="en-IN" b="1" dirty="0"/>
              <a:t>Justification:</a:t>
            </a:r>
            <a:r>
              <a:rPr lang="en-IN" dirty="0"/>
              <a:t> A centralized booking system reduces manual work, minimizes errors, and streamlines reservation processes.</a:t>
            </a:r>
          </a:p>
          <a:p>
            <a:r>
              <a:rPr lang="en-IN" b="1" dirty="0"/>
              <a:t>Objective 4: Ensure smooth navigation and user experience.</a:t>
            </a:r>
          </a:p>
          <a:p>
            <a:r>
              <a:rPr lang="en-IN" b="1" dirty="0"/>
              <a:t>Justification:</a:t>
            </a:r>
            <a:r>
              <a:rPr lang="en-IN" dirty="0"/>
              <a:t> React-based routing and reusable components improve application performance and make navigation faster and more responsive.</a:t>
            </a:r>
          </a:p>
          <a:p>
            <a:r>
              <a:rPr lang="en-IN" b="1" dirty="0"/>
              <a:t>Objective 5: Manage booking data effectively.</a:t>
            </a:r>
          </a:p>
          <a:p>
            <a:r>
              <a:rPr lang="en-IN" b="1" dirty="0"/>
              <a:t>Justification:</a:t>
            </a:r>
            <a:r>
              <a:rPr lang="en-IN" dirty="0"/>
              <a:t> State management using React Context API allows consistent and efficient handling of booking information across the application.</a:t>
            </a:r>
          </a:p>
          <a:p>
            <a:r>
              <a:rPr lang="en-IN" b="1" dirty="0"/>
              <a:t>Objective 6: Create a scalable and maintainable front-end architecture.</a:t>
            </a:r>
          </a:p>
          <a:p>
            <a:r>
              <a:rPr lang="en-IN" b="1" dirty="0"/>
              <a:t>Justification:</a:t>
            </a:r>
            <a:r>
              <a:rPr lang="en-IN" dirty="0"/>
              <a:t> Component-based development promotes code reusability, easier maintenance, and future enhancements.</a:t>
            </a:r>
          </a:p>
          <a:p>
            <a:r>
              <a:rPr lang="en-IN" b="1" dirty="0"/>
              <a:t>Objective 7: Improve accessibility and convenience for customers.</a:t>
            </a:r>
          </a:p>
          <a:p>
            <a:r>
              <a:rPr lang="en-IN" b="1" dirty="0"/>
              <a:t>Justification:</a:t>
            </a:r>
            <a:r>
              <a:rPr lang="en-IN" dirty="0"/>
              <a:t> An online booking system allows users to check venue availability and make reservations anytime from any location.</a:t>
            </a:r>
          </a:p>
          <a:p>
            <a:r>
              <a:rPr lang="en-IN" b="1" dirty="0"/>
              <a:t>Objective 8: Support future integration of advanced features.</a:t>
            </a:r>
          </a:p>
          <a:p>
            <a:r>
              <a:rPr lang="en-IN" b="1" dirty="0"/>
              <a:t>Justification:</a:t>
            </a:r>
            <a:r>
              <a:rPr lang="en-IN" dirty="0"/>
              <a:t> The system architecture can be extended to include online payments, notifications, user authentication, and AI-based recommendations in future versions.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238FF7-91EC-5B6B-939C-77A693E64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197077"/>
            <a:ext cx="4138019" cy="23776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DFD33D-21D1-D2AC-2EBA-A00CD727FCF7}"/>
              </a:ext>
            </a:extLst>
          </p:cNvPr>
          <p:cNvSpPr txBox="1"/>
          <p:nvPr/>
        </p:nvSpPr>
        <p:spPr>
          <a:xfrm>
            <a:off x="290052" y="863422"/>
            <a:ext cx="868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CO1 – Front-End Architecture &amp; Component-Driven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72202-AF83-9390-2827-D284C341F2B6}"/>
              </a:ext>
            </a:extLst>
          </p:cNvPr>
          <p:cNvSpPr txBox="1"/>
          <p:nvPr/>
        </p:nvSpPr>
        <p:spPr>
          <a:xfrm>
            <a:off x="309716" y="3652977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CO2 – ES6+ JavaScript Features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F4AB04-94AF-C076-2CFE-F1A0CFE93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3683328"/>
            <a:ext cx="4804081" cy="3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93A4B-B71E-E6DC-7031-41F06ACC9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04800"/>
            <a:ext cx="8610600" cy="6324600"/>
          </a:xfrm>
        </p:spPr>
        <p:txBody>
          <a:bodyPr>
            <a:normAutofit/>
          </a:bodyPr>
          <a:lstStyle/>
          <a:p>
            <a:r>
              <a:rPr lang="en-IN" sz="1400" dirty="0"/>
              <a:t>CO3 – React Components, Props and State</a:t>
            </a:r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405B9-0ADB-4CF5-E2B1-FE1369055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09355"/>
            <a:ext cx="7086600" cy="3276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D2585D-8C8D-C1F1-66AD-74A8A28B186C}"/>
              </a:ext>
            </a:extLst>
          </p:cNvPr>
          <p:cNvSpPr txBox="1"/>
          <p:nvPr/>
        </p:nvSpPr>
        <p:spPr>
          <a:xfrm>
            <a:off x="4114800" y="285135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86429-491B-968D-0693-B1E9336725E2}"/>
              </a:ext>
            </a:extLst>
          </p:cNvPr>
          <p:cNvSpPr txBox="1"/>
          <p:nvPr/>
        </p:nvSpPr>
        <p:spPr>
          <a:xfrm>
            <a:off x="304800" y="2895600"/>
            <a:ext cx="8077200" cy="198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975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C9F93-FA38-E1B6-53B7-62AC116D7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8601"/>
            <a:ext cx="8382000" cy="5897564"/>
          </a:xfrm>
        </p:spPr>
        <p:txBody>
          <a:bodyPr>
            <a:normAutofit/>
          </a:bodyPr>
          <a:lstStyle/>
          <a:p>
            <a:r>
              <a:rPr lang="en-IN" sz="1400" dirty="0"/>
              <a:t>CO4 – State Management &amp; Data Flow                                         CO5 – Routing, Forms &amp; Validation</a:t>
            </a:r>
          </a:p>
          <a:p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6BD4A4-A8FB-5378-C2E6-4F53345BE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835"/>
            <a:ext cx="3962400" cy="5654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330F33-4125-B359-EC84-94AAAB9A8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689" y="609600"/>
            <a:ext cx="3786086" cy="610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89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41585-2124-BC0A-CBFC-9A58832E7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1"/>
            <a:ext cx="8382000" cy="5973764"/>
          </a:xfrm>
        </p:spPr>
        <p:txBody>
          <a:bodyPr>
            <a:normAutofit/>
          </a:bodyPr>
          <a:lstStyle/>
          <a:p>
            <a:r>
              <a:rPr lang="en-IN" sz="1400" dirty="0"/>
              <a:t>CO6 – Production Readiness &amp; Deployment</a:t>
            </a:r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02AEB-8994-E1A4-301F-E919B0C86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9" y="457200"/>
            <a:ext cx="6142252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22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2E8504-A032-7149-AE42-9DF139A46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41773"/>
            <a:ext cx="8229600" cy="3785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5075239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Conclusion</a:t>
            </a:r>
          </a:p>
          <a:p>
            <a:r>
              <a:rPr lang="en-IN" dirty="0"/>
              <a:t>The </a:t>
            </a:r>
            <a:r>
              <a:rPr lang="en-IN" b="1" dirty="0"/>
              <a:t>Hotel Banquet Hall and Meeting Room Booking System</a:t>
            </a:r>
            <a:r>
              <a:rPr lang="en-IN" dirty="0"/>
              <a:t> is a React-based web application that simplifies venue booking and management. It provides an easy-to-use interface for viewing venues, checking availability, and making reservations. The project successfully applies modern front-end development concepts such as React components, state management, routing, and form handling to deliver an efficient booking experience.</a:t>
            </a:r>
          </a:p>
          <a:p>
            <a:r>
              <a:rPr lang="en-IN" b="1" dirty="0"/>
              <a:t>Future Scope</a:t>
            </a:r>
          </a:p>
          <a:p>
            <a:r>
              <a:rPr lang="en-IN" dirty="0"/>
              <a:t>Integrate secure online payment gateways. </a:t>
            </a:r>
          </a:p>
          <a:p>
            <a:r>
              <a:rPr lang="en-IN" dirty="0"/>
              <a:t>Add user login and registration features. </a:t>
            </a:r>
          </a:p>
          <a:p>
            <a:r>
              <a:rPr lang="en-IN" dirty="0"/>
              <a:t>Implement real-time hall availability tracking. </a:t>
            </a:r>
          </a:p>
          <a:p>
            <a:r>
              <a:rPr lang="en-IN" dirty="0"/>
              <a:t>Send booking confirmations through email/SMS. </a:t>
            </a:r>
          </a:p>
          <a:p>
            <a:r>
              <a:rPr lang="en-IN" dirty="0"/>
              <a:t>Add customer reviews and ratings. </a:t>
            </a:r>
          </a:p>
          <a:p>
            <a:r>
              <a:rPr lang="en-IN" dirty="0"/>
              <a:t>Develop a mobile application version. </a:t>
            </a:r>
          </a:p>
          <a:p>
            <a:r>
              <a:rPr lang="en-IN" dirty="0"/>
              <a:t>Use AI-based recommendations for venue selection.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677EB-3C69-1E22-5FF9-F70E3FD9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References</a:t>
            </a:r>
          </a:p>
          <a:p>
            <a:r>
              <a:rPr lang="en-IN" dirty="0">
                <a:hlinkClick r:id="rId2"/>
              </a:rPr>
              <a:t>React Official Documentation</a:t>
            </a:r>
            <a:r>
              <a:rPr lang="en-IN" dirty="0"/>
              <a:t> </a:t>
            </a:r>
          </a:p>
          <a:p>
            <a:r>
              <a:rPr lang="en-IN" dirty="0">
                <a:hlinkClick r:id="rId3"/>
              </a:rPr>
              <a:t>Vite Official Documentation</a:t>
            </a:r>
            <a:r>
              <a:rPr lang="en-IN" dirty="0"/>
              <a:t> </a:t>
            </a:r>
          </a:p>
          <a:p>
            <a:r>
              <a:rPr lang="en-IN" dirty="0">
                <a:hlinkClick r:id="rId4"/>
              </a:rPr>
              <a:t>React Router Documentation</a:t>
            </a:r>
            <a:r>
              <a:rPr lang="en-IN" dirty="0"/>
              <a:t> </a:t>
            </a:r>
          </a:p>
          <a:p>
            <a:r>
              <a:rPr lang="en-IN" dirty="0">
                <a:hlinkClick r:id="rId5"/>
              </a:rPr>
              <a:t>MDN Web Docs – JavaScript (ES6+)</a:t>
            </a:r>
            <a:r>
              <a:rPr lang="en-IN" dirty="0"/>
              <a:t> </a:t>
            </a:r>
          </a:p>
          <a:p>
            <a:r>
              <a:rPr lang="en-IN" dirty="0">
                <a:hlinkClick r:id="rId6"/>
              </a:rPr>
              <a:t>W3Schools React Tutorial</a:t>
            </a:r>
            <a:r>
              <a:rPr lang="en-IN" dirty="0"/>
              <a:t> </a:t>
            </a:r>
          </a:p>
          <a:p>
            <a:r>
              <a:rPr lang="en-IN" dirty="0">
                <a:hlinkClick r:id="rId7"/>
              </a:rPr>
              <a:t>Bootstrap Documentation</a:t>
            </a:r>
            <a:r>
              <a:rPr lang="en-IN" dirty="0"/>
              <a:t> </a:t>
            </a:r>
            <a:r>
              <a:rPr lang="en-IN" i="1" dirty="0"/>
              <a:t>(if Bootstrap was used)</a:t>
            </a:r>
            <a:r>
              <a:rPr lang="en-IN" dirty="0"/>
              <a:t> </a:t>
            </a:r>
          </a:p>
          <a:p>
            <a:r>
              <a:rPr lang="en-IN" dirty="0">
                <a:hlinkClick r:id="rId8"/>
              </a:rPr>
              <a:t>Node.js Documentation</a:t>
            </a:r>
            <a:r>
              <a:rPr lang="en-IN" dirty="0"/>
              <a:t> </a:t>
            </a:r>
          </a:p>
          <a:p>
            <a:r>
              <a:rPr lang="en-IN" dirty="0">
                <a:hlinkClick r:id="rId9"/>
              </a:rPr>
              <a:t>GitHub Documentation</a:t>
            </a:r>
            <a:r>
              <a:rPr lang="en-IN" dirty="0"/>
              <a:t> </a:t>
            </a:r>
          </a:p>
          <a:p>
            <a:r>
              <a:rPr lang="en-IN" b="1" dirty="0"/>
              <a:t>Reference Books</a:t>
            </a:r>
          </a:p>
          <a:p>
            <a:r>
              <a:rPr lang="en-IN" dirty="0"/>
              <a:t>Learning React </a:t>
            </a:r>
          </a:p>
          <a:p>
            <a:r>
              <a:rPr lang="en-IN" dirty="0"/>
              <a:t>React Up &amp; Running </a:t>
            </a:r>
          </a:p>
          <a:p>
            <a:r>
              <a:rPr lang="en-IN" dirty="0"/>
              <a:t>Eloquent JavaScript </a:t>
            </a:r>
          </a:p>
          <a:p>
            <a:r>
              <a:rPr lang="en-IN" dirty="0"/>
              <a:t>JavaScript: The Definitive Guide </a:t>
            </a:r>
          </a:p>
          <a:p>
            <a:r>
              <a:rPr lang="en-IN" dirty="0"/>
              <a:t>These 8 web references + 4 books are more than sufficient for a mini-project PPT/report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1849</TotalTime>
  <Words>1004</Words>
  <Application>Microsoft Office PowerPoint</Application>
  <PresentationFormat>On-screen Show (4:3)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 A Project Review Meeting    on  The Hotel Banquet Hall and Meeting room Booking System </vt:lpstr>
      <vt:lpstr>Outline of the Presentation</vt:lpstr>
      <vt:lpstr>Abstract</vt:lpstr>
      <vt:lpstr>Introduction</vt:lpstr>
      <vt:lpstr>Problem Statement </vt:lpstr>
      <vt:lpstr>Project Flow Diagram</vt:lpstr>
      <vt:lpstr>Objectives with Justification </vt:lpstr>
      <vt:lpstr>Modules [Frontend web pages]</vt:lpstr>
      <vt:lpstr>PowerPoint Presentation</vt:lpstr>
      <vt:lpstr>PowerPoint Presentation</vt:lpstr>
      <vt:lpstr>PowerPoint Presentation</vt:lpstr>
      <vt:lpstr>Expected Outcomes of the Proposed Work 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Keerthi Garikipati</cp:lastModifiedBy>
  <cp:revision>203</cp:revision>
  <dcterms:created xsi:type="dcterms:W3CDTF">2006-08-16T00:00:00Z</dcterms:created>
  <dcterms:modified xsi:type="dcterms:W3CDTF">2026-06-19T03:26:16Z</dcterms:modified>
</cp:coreProperties>
</file>